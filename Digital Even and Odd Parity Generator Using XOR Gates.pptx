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2491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914400"/>
            <a:ext cx="28346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05672" y="859536"/>
            <a:ext cx="109728" cy="109728"/>
          </a:xfrm>
          <a:prstGeom prst="ellipse">
            <a:avLst/>
          </a:prstGeom>
          <a:solidFill>
            <a:srgbClr val="3A458C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2103120"/>
            <a:ext cx="28346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05672" y="2048256"/>
            <a:ext cx="109728" cy="109728"/>
          </a:xfrm>
          <a:prstGeom prst="ellipse">
            <a:avLst/>
          </a:prstGeom>
          <a:solidFill>
            <a:srgbClr val="3A458C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3291840"/>
            <a:ext cx="28346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05672" y="3236976"/>
            <a:ext cx="109728" cy="109728"/>
          </a:xfrm>
          <a:prstGeom prst="ellipse">
            <a:avLst/>
          </a:prstGeom>
          <a:solidFill>
            <a:srgbClr val="3A458C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0" y="4480560"/>
            <a:ext cx="28346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05672" y="4425696"/>
            <a:ext cx="109728" cy="109728"/>
          </a:xfrm>
          <a:prstGeom prst="ellipse">
            <a:avLst/>
          </a:prstGeom>
          <a:solidFill>
            <a:srgbClr val="3A45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0006" y="107791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 PROJECT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0006" y="1721495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Simulation of a Digital Even and Odd Parity Generator Using XOR Gates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440006" y="3641579"/>
            <a:ext cx="1828800" cy="0"/>
          </a:xfrm>
          <a:prstGeom prst="line">
            <a:avLst/>
          </a:prstGeom>
          <a:noFill/>
          <a:ln w="25400">
            <a:solidFill>
              <a:srgbClr val="5B7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0006" y="3641268"/>
            <a:ext cx="11704320" cy="309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Siva Nandan</a:t>
            </a:r>
            <a:r>
              <a:rPr lang="en-US" sz="2000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  <a:t>2620030261</a:t>
            </a:r>
          </a:p>
          <a:p>
            <a:endParaRPr lang="en-US" sz="2000" dirty="0" smtClean="0">
              <a:solidFill>
                <a:schemeClr val="bg1"/>
              </a:solidFill>
              <a:latin typeface="Carlito" panose="020F0502020204030204" pitchFamily="34" charset="0"/>
              <a:cs typeface="Carlito" panose="020F0502020204030204" pitchFamily="34" charset="0"/>
              <a:sym typeface="Wingdings" panose="05000000000000000000" pitchFamily="2" charset="2"/>
            </a:endParaRPr>
          </a:p>
          <a:p>
            <a: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  <a:t>Yasashwini Chakali  2620030206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  <a:t/>
            </a:r>
            <a:b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</a:br>
            <a: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  <a:t>Krishnasree  2620030263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  <a:t/>
            </a:r>
            <a:b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</a:br>
            <a: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  <a:t>Akshara  2620030255</a:t>
            </a:r>
            <a:b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</a:br>
            <a: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  <a:t/>
            </a:r>
            <a:b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</a:br>
            <a:r>
              <a:rPr lang="en-US" sz="2000" dirty="0" smtClean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  <a:sym typeface="Wingdings" panose="05000000000000000000" pitchFamily="2" charset="2"/>
              </a:rPr>
              <a:t>Hari Chandan Bongu  2620030271</a:t>
            </a:r>
            <a:endParaRPr lang="en-US" sz="2000" dirty="0">
              <a:solidFill>
                <a:schemeClr val="bg1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the Project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217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combinational circuit that generates a parity bit for a group of data bits, using XOR gates.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both Even Parity and Odd Parity generation from the same core XOR logic.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circuit correctness through a truth table and logic simulation.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role of parity in detecting single-bit transmission errors.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1737360"/>
            <a:ext cx="4389120" cy="4206240"/>
          </a:xfrm>
          <a:prstGeom prst="roundRect">
            <a:avLst>
              <a:gd name="adj" fmla="val 2609"/>
            </a:avLst>
          </a:prstGeom>
          <a:solidFill>
            <a:srgbClr val="F3F6FD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35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2121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XOR Gates?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278892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outputs 1 only when its inputs differ — chaining them naturally counts whether the total number of 1s in a data word is odd or even.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35240" y="4160520"/>
            <a:ext cx="3703320" cy="0"/>
          </a:xfrm>
          <a:prstGeom prst="line">
            <a:avLst/>
          </a:prstGeom>
          <a:noFill/>
          <a:ln w="12700">
            <a:solidFill>
              <a:srgbClr val="D6DE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4343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47091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parity: total 1s (data + parity bit) is even.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parity: total 1s (data + parity bit) is odd.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Parity Bit?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parity bit is an extra bit added to a data word before transmission so a receiver can detect single-bit errors caused by noise.</a:t>
            </a:r>
            <a:endParaRPr lang="en-US" sz="15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computed purely from the data bits — no external input is needed.</a:t>
            </a: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recomputes parity on arrival and compares it to the received parity bit; a mismatch signals an error.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09360" y="21031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093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237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138160" y="21031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381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052560" y="21031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0525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10312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424160" y="21031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5B7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241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Bits (A B C D)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287000" y="2990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Bit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70332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3F6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384048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data 1011 has three 1s (odd count). Adding parity bit = 1 makes the total four 1s — an even count. This is even parity.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XOR Gate: The Right Tool for the Job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3291840" cy="23774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⊕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4206240" y="17830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outputs 1 only when its two inputs differ.</a:t>
            </a:r>
            <a:endParaRPr lang="en-US" sz="14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to many inputs, XOR computes the parity of the whole set: the output is 1 when the inputs contain an odd number of 1s.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the property a parity generator needs — which is why cascaded XOR gates, not AND/OR combinations, are used.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778240" y="2331720"/>
            <a:ext cx="502920" cy="109728"/>
          </a:xfrm>
          <a:prstGeom prst="ellipse">
            <a:avLst/>
          </a:prstGeom>
          <a:ln/>
        </p:spPr>
      </p:sp>
      <p:sp>
        <p:nvSpPr>
          <p:cNvPr id="7" name="Shape 4"/>
          <p:cNvSpPr/>
          <p:nvPr/>
        </p:nvSpPr>
        <p:spPr>
          <a:xfrm>
            <a:off x="8229600" y="2148840"/>
            <a:ext cx="457200" cy="0"/>
          </a:xfrm>
          <a:prstGeom prst="line">
            <a:avLst/>
          </a:prstGeom>
          <a:noFill/>
          <a:ln w="25400">
            <a:solidFill>
              <a:srgbClr val="1B1F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0" y="2880360"/>
            <a:ext cx="457200" cy="0"/>
          </a:xfrm>
          <a:prstGeom prst="line">
            <a:avLst/>
          </a:prstGeom>
          <a:noFill/>
          <a:ln w="25400">
            <a:solidFill>
              <a:srgbClr val="1B1F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0" y="1920240"/>
            <a:ext cx="1463040" cy="11887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0" y="19202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149840" y="2514600"/>
            <a:ext cx="457200" cy="0"/>
          </a:xfrm>
          <a:prstGeom prst="line">
            <a:avLst/>
          </a:prstGeom>
          <a:noFill/>
          <a:ln w="25400">
            <a:solidFill>
              <a:srgbClr val="1B1F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19568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6883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561320" y="2331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A⊕B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34340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F3F6F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Boolean Identity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parity bit:      P = A ⊕ B ⊕ C ⊕ ... ⊕ 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parity bit:        P' = NOT ( A ⊕ B ⊕ C ⊕ ... ⊕ N )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 — 3-Bit Data Word (A, B, C)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15600" cy="4114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A⊕B⊕C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 Parity (P)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 Parity (P')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parity bit P = A⊕B⊕C  •  Odd parity bit P' = NOT(P)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Parity Generator — Logic Diagram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example: cascaded XOR gates compute P = A ⊕ B ⊕ C ⊕ 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32688" y="2057400"/>
            <a:ext cx="91440" cy="91440"/>
          </a:xfrm>
          <a:prstGeom prst="ellipse">
            <a:avLst/>
          </a:prstGeom>
          <a:solidFill>
            <a:srgbClr val="5B7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2688" y="2697480"/>
            <a:ext cx="91440" cy="91440"/>
          </a:xfrm>
          <a:prstGeom prst="ellipse">
            <a:avLst/>
          </a:prstGeom>
          <a:solidFill>
            <a:srgbClr val="5B7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2688" y="3520440"/>
            <a:ext cx="91440" cy="91440"/>
          </a:xfrm>
          <a:prstGeom prst="ellipse">
            <a:avLst/>
          </a:prstGeom>
          <a:solidFill>
            <a:srgbClr val="5B7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4069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2688" y="4160520"/>
            <a:ext cx="91440" cy="91440"/>
          </a:xfrm>
          <a:prstGeom prst="ellipse">
            <a:avLst/>
          </a:prstGeom>
          <a:solidFill>
            <a:srgbClr val="5B7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103120"/>
            <a:ext cx="14630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743200"/>
            <a:ext cx="14630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103120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103120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2423160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2057400"/>
            <a:ext cx="1005840" cy="731520"/>
          </a:xfrm>
          <a:prstGeom prst="roundRect">
            <a:avLst>
              <a:gd name="adj" fmla="val 50000"/>
            </a:avLst>
          </a:prstGeom>
          <a:solidFill>
            <a:srgbClr val="5B7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68880" y="2057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2148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A⊕B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2423160"/>
            <a:ext cx="8229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3566160"/>
            <a:ext cx="32918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2423160"/>
            <a:ext cx="0" cy="5486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2971800"/>
            <a:ext cx="0" cy="59436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2606040"/>
            <a:ext cx="1005840" cy="731520"/>
          </a:xfrm>
          <a:prstGeom prst="roundRect">
            <a:avLst>
              <a:gd name="adj" fmla="val 50000"/>
            </a:avLst>
          </a:prstGeom>
          <a:solidFill>
            <a:srgbClr val="5B7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97680" y="2606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03520" y="2971800"/>
            <a:ext cx="8229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4206240"/>
            <a:ext cx="51206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2971800"/>
            <a:ext cx="0" cy="6400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3611880"/>
            <a:ext cx="0" cy="59436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246120"/>
            <a:ext cx="1005840" cy="731520"/>
          </a:xfrm>
          <a:prstGeom prst="roundRect">
            <a:avLst>
              <a:gd name="adj" fmla="val 50000"/>
            </a:avLst>
          </a:prstGeom>
          <a:solidFill>
            <a:srgbClr val="5B7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26480" y="3246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132320" y="3611880"/>
            <a:ext cx="7315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3566160"/>
            <a:ext cx="91440" cy="91440"/>
          </a:xfrm>
          <a:prstGeom prst="ellipse">
            <a:avLst/>
          </a:prstGeom>
          <a:solidFill>
            <a:srgbClr val="6FE39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329184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1F3A2E"/>
          </a:solidFill>
          <a:ln w="12700">
            <a:solidFill>
              <a:srgbClr val="6FE39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0100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FE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Parity Output  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120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32D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" y="5257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XOR gates are needed to combine 4 data bits (n−1 gates for n bits). Each gate's output feeds the next stage, cumulatively tracking whether the number of 1s seen so far is odd or even.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 Parity Generator — Logic Diagram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XOR cascade, with one inverter (NOT) added at the final stage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5B7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743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Cascade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⊕ B ⊕ C ⊕ D)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 built on the previous slide)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0" y="3337560"/>
            <a:ext cx="8229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4846320" y="2880360"/>
            <a:ext cx="914400" cy="914400"/>
          </a:xfrm>
          <a:prstGeom prst="triangle">
            <a:avLst/>
          </a:prstGeom>
          <a:solidFill>
            <a:srgbClr val="F2C14E"/>
          </a:solidFill>
          <a:ln/>
        </p:spPr>
      </p:sp>
      <p:sp>
        <p:nvSpPr>
          <p:cNvPr id="10" name="Shape 8"/>
          <p:cNvSpPr/>
          <p:nvPr/>
        </p:nvSpPr>
        <p:spPr>
          <a:xfrm>
            <a:off x="5760720" y="3264408"/>
            <a:ext cx="146304" cy="14630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07024" y="3337560"/>
            <a:ext cx="8229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3291840"/>
            <a:ext cx="91440" cy="91440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0" y="301752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3A2E1F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Parity Output  P'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32D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Equivalently, the last XOR gate in the cascade can be replaced directly with an XNOR gate — producing P' in a single extra step instead of a separate NOT gate.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HDL Implementation (Verilog)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even and odd parity generator, ready for simulation in ModelSim / Vivado / Quartus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3566160"/>
          </a:xfrm>
          <a:prstGeom prst="roundRect">
            <a:avLst>
              <a:gd name="adj" fmla="val 3077"/>
            </a:avLst>
          </a:prstGeom>
          <a:solidFill>
            <a:srgbClr val="141B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10241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parity_generator(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 [3:0] data,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even_parity,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odd_parity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 even_parity = data[0] ^ data[1] ^ data[2] ^ data[3];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 odd_parity  = ~(data[0] ^ data[1] ^ data[2] ^ data[3]);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566928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3F6F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6692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XOR chain (^) mirrors the cascaded-gate diagram exactly; the tilde (~) implements the final NOT for odd parity.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 for Simulation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3F6F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933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Evolution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95728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gate simulation; ideal for verifying the truth table visually.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3F6FD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933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Multisim / Proteus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395728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circuit simulation with waveform and timing-diagram output.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3F6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336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ModelSim / Vivado / Quartus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636008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 simulation and synthesis of the Verilog design for FPGA targets.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3F6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251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2336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 Circuits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636008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browser-based option for quick visual demonstrations.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Parity Generation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Communication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9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and other serial links use parity bits to catch single-bit transmission errors.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5B7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97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9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and cache use parity checking as a lightweight integrity check on stored 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97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Storage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9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redundancy and error checking in disk-array storage systems.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78240" y="173736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5B7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00684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068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2697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Advanced Codes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9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Underlies more powerful error-correcting schemes such as Hamming codes and CRC.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914400"/>
            <a:ext cx="28346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05672" y="859536"/>
            <a:ext cx="109728" cy="109728"/>
          </a:xfrm>
          <a:prstGeom prst="ellipse">
            <a:avLst/>
          </a:prstGeom>
          <a:solidFill>
            <a:srgbClr val="3A458C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2103120"/>
            <a:ext cx="28346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05672" y="2048256"/>
            <a:ext cx="109728" cy="109728"/>
          </a:xfrm>
          <a:prstGeom prst="ellipse">
            <a:avLst/>
          </a:prstGeom>
          <a:solidFill>
            <a:srgbClr val="3A458C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3291840"/>
            <a:ext cx="28346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05672" y="3236976"/>
            <a:ext cx="109728" cy="109728"/>
          </a:xfrm>
          <a:prstGeom prst="ellipse">
            <a:avLst/>
          </a:prstGeom>
          <a:solidFill>
            <a:srgbClr val="3A458C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0" y="4480560"/>
            <a:ext cx="28346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05672" y="4425696"/>
            <a:ext cx="109728" cy="109728"/>
          </a:xfrm>
          <a:prstGeom prst="ellipse">
            <a:avLst/>
          </a:prstGeom>
          <a:solidFill>
            <a:srgbClr val="3A458C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5669280"/>
            <a:ext cx="2834640" cy="0"/>
          </a:xfrm>
          <a:prstGeom prst="line">
            <a:avLst/>
          </a:prstGeom>
          <a:noFill/>
          <a:ln w="12700">
            <a:solidFill>
              <a:srgbClr val="2A34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05672" y="5614416"/>
            <a:ext cx="109728" cy="109728"/>
          </a:xfrm>
          <a:prstGeom prst="ellipse">
            <a:avLst/>
          </a:prstGeom>
          <a:solidFill>
            <a:srgbClr val="3A45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B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1600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Gate, A Powerful Guarantee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743200"/>
            <a:ext cx="7680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XOR gates compute data parity in the minimum possible number of gates (n−1 for n bits).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and odd parity generators share the same core circuit, differing only by a single inverter.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was verified by truth table and is ready for gate-level and HDL simulation.</a:t>
            </a:r>
            <a:endParaRPr lang="en-US" sz="160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forms the building block for real-world error detection in communication and storage systems.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982</Words>
  <Application>Microsoft Office PowerPoint</Application>
  <PresentationFormat>Widescreen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</vt:lpstr>
      <vt:lpstr>Carlito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Kalyan</cp:lastModifiedBy>
  <cp:revision>3</cp:revision>
  <dcterms:created xsi:type="dcterms:W3CDTF">2026-09-04T10:29:06Z</dcterms:created>
  <dcterms:modified xsi:type="dcterms:W3CDTF">2026-09-04T12:05:25Z</dcterms:modified>
</cp:coreProperties>
</file>